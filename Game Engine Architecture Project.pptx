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741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174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8800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31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335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741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20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62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10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685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213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003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4A9A02-D79D-19B7-5BF4-EF9DC525F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900" dirty="0"/>
              <a:t>Game Engine Architecture Project (Name Pending)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A10BC-247A-ECEF-C171-709BB8F61E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r>
              <a:rPr lang="en-GB" dirty="0"/>
              <a:t>By Mantas Lazauskas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B59B63-B887-7165-34B0-EF4CA8E7A0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065" b="1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931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18660-95A5-6FE0-507A-A5604606F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4BE7E-1A6F-1C59-7E9F-26F6ADDD6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2497756" cy="3566160"/>
          </a:xfrm>
        </p:spPr>
        <p:txBody>
          <a:bodyPr/>
          <a:lstStyle/>
          <a:p>
            <a:r>
              <a:rPr lang="en-GB" dirty="0"/>
              <a:t>The theme of the game is a mythology first person arena fighter. These are the features I would like to implement before the deadline.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3CAF43-A15F-2AB2-B256-184F5E0F8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021" y="285311"/>
            <a:ext cx="7154273" cy="31436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103204-E06F-94EA-022F-18546B750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8864" y="3555171"/>
            <a:ext cx="6130545" cy="307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10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DB143B8-09D8-4033-FE75-C4DE4D051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16" y="1272258"/>
            <a:ext cx="4474563" cy="24767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1F0F14-207C-A44D-DB67-C2B0A7320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864" y="155448"/>
            <a:ext cx="3930704" cy="30147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19E504-61FC-CA2C-D6A6-94A1651EE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7224" y="3247433"/>
            <a:ext cx="4195983" cy="301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989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EC2105-8FA8-CF4D-F199-AA179B991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6257109" cy="1097280"/>
          </a:xfrm>
        </p:spPr>
        <p:txBody>
          <a:bodyPr>
            <a:normAutofit/>
          </a:bodyPr>
          <a:lstStyle/>
          <a:p>
            <a:r>
              <a:rPr lang="en-GB" dirty="0"/>
              <a:t>Illustration</a:t>
            </a:r>
          </a:p>
        </p:txBody>
      </p: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E16CB74F-F3CC-4B0B-B50E-878BEDB2C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>
            <a:extLst>
              <a:ext uri="{FF2B5EF4-FFF2-40B4-BE49-F238E27FC236}">
                <a16:creationId xmlns:a16="http://schemas.microsoft.com/office/drawing/2014/main" id="{3CD3B44C-2EE8-0F65-12B3-56070085A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8" r="2" b="2"/>
          <a:stretch>
            <a:fillRect/>
          </a:stretch>
        </p:blipFill>
        <p:spPr bwMode="auto">
          <a:xfrm>
            <a:off x="6247048" y="101168"/>
            <a:ext cx="5619215" cy="2993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1CB1E-9CB2-5646-9F80-D65A70DA7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342" y="2101313"/>
            <a:ext cx="5670403" cy="3661712"/>
          </a:xfrm>
        </p:spPr>
        <p:txBody>
          <a:bodyPr>
            <a:normAutofit/>
          </a:bodyPr>
          <a:lstStyle/>
          <a:p>
            <a:r>
              <a:rPr lang="en-GB" dirty="0"/>
              <a:t>I’ll be taking inspiration from the Challenge of the Gods/Titans/Olympus levels that were in the God of War Trilogy.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CF5CF50-8509-8F12-9844-F60E975A3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5" r="2" b="2"/>
          <a:stretch>
            <a:fillRect/>
          </a:stretch>
        </p:blipFill>
        <p:spPr bwMode="auto">
          <a:xfrm>
            <a:off x="225791" y="3296450"/>
            <a:ext cx="5719163" cy="304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DBB649B-8EAE-15E4-110E-BC0CF5992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11146"/>
          <a:stretch>
            <a:fillRect/>
          </a:stretch>
        </p:blipFill>
        <p:spPr bwMode="auto">
          <a:xfrm>
            <a:off x="6247048" y="3296450"/>
            <a:ext cx="5621107" cy="280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0628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D6502F-345A-212F-C31C-97F4A1063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n-GB" dirty="0"/>
              <a:t>Current Progress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642E1-8EC1-DFAB-A992-BA3FEEEF0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r>
              <a:rPr lang="en-GB" dirty="0"/>
              <a:t>At the time of presenting this presentation, I have implemented almost all the 40% features except the five static models. However, there was an issue with GitHub, so I’ll have to redo the FPS camera and keyboard movement.</a:t>
            </a:r>
          </a:p>
        </p:txBody>
      </p:sp>
      <p:pic>
        <p:nvPicPr>
          <p:cNvPr id="15" name="Picture 14" descr="Closeup of a keyboard">
            <a:extLst>
              <a:ext uri="{FF2B5EF4-FFF2-40B4-BE49-F238E27FC236}">
                <a16:creationId xmlns:a16="http://schemas.microsoft.com/office/drawing/2014/main" id="{BBFA3B28-52CB-E83E-2CB4-2C1AE04CA1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096" r="37148" b="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65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3C26DE-1C8E-9FFC-C31A-C5E67AB1A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GB" dirty="0"/>
              <a:t>How well am I meeting my development plan?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D8F27-4633-B878-C8F6-AD82B6CA6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>
            <a:normAutofit/>
          </a:bodyPr>
          <a:lstStyle/>
          <a:p>
            <a:r>
              <a:rPr lang="en-GB" dirty="0"/>
              <a:t>I would say that I am only slightly behind where I would want to be, which is having all the 40% features implemented by now. Completing it will only take a few hours, and I can then start to implement the feature from the other percentages. To make sure I don’t lose progress, I’ll have to start committing more frequently on GitHub to make sure that I don’t have to redo code that I’ve already done.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52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Yellow question mark">
            <a:extLst>
              <a:ext uri="{FF2B5EF4-FFF2-40B4-BE49-F238E27FC236}">
                <a16:creationId xmlns:a16="http://schemas.microsoft.com/office/drawing/2014/main" id="{D1CBF5AA-F87C-039C-5113-6973AC9C2B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50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E9D00D9-C4F5-471E-BE2C-126CB112A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D40B2A-983F-4402-6C09-9CDA985F8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4892948" cy="34278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Any Questions?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20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141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204</Words>
  <Application>Microsoft Office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Grandview Display</vt:lpstr>
      <vt:lpstr>DashVTI</vt:lpstr>
      <vt:lpstr>Game Engine Architecture Project (Name Pending)</vt:lpstr>
      <vt:lpstr>Overview</vt:lpstr>
      <vt:lpstr>PowerPoint Presentation</vt:lpstr>
      <vt:lpstr>Illustration</vt:lpstr>
      <vt:lpstr>Current Progress</vt:lpstr>
      <vt:lpstr>How well am I meeting my development plan?</vt:lpstr>
      <vt:lpstr>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Mantas Lazauskas</dc:creator>
  <cp:lastModifiedBy>Mantas Lazauskas</cp:lastModifiedBy>
  <cp:revision>1</cp:revision>
  <dcterms:created xsi:type="dcterms:W3CDTF">2026-03-05T13:48:29Z</dcterms:created>
  <dcterms:modified xsi:type="dcterms:W3CDTF">2026-03-05T14:18:34Z</dcterms:modified>
</cp:coreProperties>
</file>